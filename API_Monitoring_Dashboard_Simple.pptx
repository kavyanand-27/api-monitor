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097280"/>
            <a:ext cx="3474720" cy="3474720"/>
          </a:xfrm>
          <a:prstGeom prst="ellipse">
            <a:avLst/>
          </a:prstGeom>
          <a:solidFill>
            <a:srgbClr val="E9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Plus Jakarta Sans"/>
              </a:defRPr>
            </a:pPr>
            <a:r>
              <a:t>API Monitoring &amp;</a:t>
            </a:r>
            <a:br/>
            <a:r>
              <a:t>Performance Analysis Dashboard</a:t>
            </a:r>
          </a:p>
          <a:p>
            <a:pPr>
              <a:spcBef>
                <a:spcPts val="1200"/>
              </a:spcBef>
              <a:defRPr sz="1600">
                <a:solidFill>
                  <a:srgbClr val="E2E5F0"/>
                </a:solidFill>
                <a:latin typeface="Inter"/>
              </a:defRPr>
            </a:pPr>
            <a:r>
              <a:t>A modern web dashboard for tracking API availability, response times, and historical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5544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Student Name: [Your Name]     |     Roll No: [Your Roll No]     |     Dept: Computer Science &amp; Engineering</a:t>
            </a:r>
          </a:p>
          <a:p>
            <a:pPr>
              <a:spcBef>
                <a:spcPts val="600"/>
              </a:spcBef>
              <a:defRPr sz="1200">
                <a:solidFill>
                  <a:srgbClr val="7D849B"/>
                </a:solidFill>
                <a:latin typeface="Inter"/>
              </a:defRPr>
            </a:pPr>
            <a:r>
              <a:t>Institution: [Your College / University Name]     |     Project Guide: [Mentor Name]</a:t>
            </a:r>
          </a:p>
          <a:p>
            <a:pPr>
              <a:spcBef>
                <a:spcPts val="800"/>
              </a:spcBef>
              <a:defRPr sz="1200">
                <a:solidFill>
                  <a:srgbClr val="FF5E62"/>
                </a:solidFill>
                <a:latin typeface="Plus Jakarta Sans"/>
              </a:defRPr>
            </a:pPr>
            <a:r>
              <a:t>Technology Stack: HTML5, CSS3, JavaScript (ES6+), Chart.js, PHP,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•  Modern applications depend on numerous third-party &amp; microservice APIs.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•  APIs experience silent outages, network timeouts, and elevated latency.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•  Manual checking is slow and misses intermittent downtime.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•  Enterprise APM platforms (Datadog, New Relic) are overly complex and costly for basic monitoring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✔  A unified web dashboard to manage and surveil all APIs in one place.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✔  Automated latency measurement &amp; HTTP status code verification.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✔  Instant health categorization: Healthy (&lt;500ms), Slow, or Failed.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✔  Historical logs stored in MySQL with interactive Chart.js visualizations.</a:t>
            </a:r>
          </a:p>
          <a:p>
            <a:pPr>
              <a:spcBef>
                <a:spcPts val="1000"/>
              </a:spcBef>
              <a:defRPr sz="1250">
                <a:solidFill>
                  <a:srgbClr val="E2E5F0"/>
                </a:solidFill>
                <a:latin typeface="Inter"/>
              </a:defRPr>
            </a:pPr>
            <a:r>
              <a:t>✔  Clean, modern, responsive interface suitable for academic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Key Objectives &amp; 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1. API Management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Add, view, and delete endpoints with custom names, target URLs, and HTTP verbs (GET, POST, PUT, DELETE).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6596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Plus Jakarta Sans"/>
              </a:defRPr>
            </a:pPr>
            <a:r>
              <a:t>2. Real-Time Health Checks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Send live requests via PHP cURL, inspect HTTP status codes, and measure round-trip latency in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96596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Plus Jakarta Sans"/>
              </a:defRPr>
            </a:pPr>
            <a:r>
              <a:t>3. Health Classification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Classify API performance into clear health categories: Healthy (&lt;500ms), Slow (500–2000ms), and Failed.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Plus Jakarta Sans"/>
              </a:defRPr>
            </a:pPr>
            <a:r>
              <a:t>4. Monitoring History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Persist all check events with timestamps in MySQL to analyze recurring latency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31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160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9358A"/>
                </a:solidFill>
                <a:latin typeface="Plus Jakarta Sans"/>
              </a:defRPr>
            </a:pPr>
            <a:r>
              <a:t>5. Visual Analytics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Interactive Chart.js visualizations: latency wave curves, health donuts, and weekly performance bars.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931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4160520"/>
            <a:ext cx="2880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6. Modern Responsive UI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Centered sand/oat layout with dark/light mode toggle, search filtering, and mobile adaptability.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System Architecture &amp; 3-Tier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3375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0574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TIER 1: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39"/>
            <a:ext cx="2788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Client Presentation Layer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HTML5: Clean semantic canvas structure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CSS3: Modern FinTech aesthetic &amp; animations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JavaScript (ES6): Asynchronous fetch() calls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Chart.js: Interactive neon wave &amp; donut charts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LocalStorage: Dark/light theme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375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59" y="20574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TIER 2: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606039"/>
            <a:ext cx="2788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Server &amp; Logic Layer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PHP 8: RESTful API endpoints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cURL Handler: Live HTTP pinging &amp; headers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Latency Engine: High-precision round-trip timer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Classifier: Healthy / Slow / Failed categorization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JSON Responses: Non-blocking UI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3375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20574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TIER 3: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06039"/>
            <a:ext cx="2788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Persistence &amp; Storage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MySQL Server: Relational data store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apis Table: Endpoint registry and metadata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api_history Table: Chronological audit logs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Foreign Key: api_id with CASCADE delete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Indexed queries for fast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Health Classification &amp; Dashboard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9659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HEALTHY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Latency: &lt; 500 ms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API is responsive and functioning within optimal SLA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9659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Latency: 500 - 2000 ms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API is available but experiencing elevated response time or server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19659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42316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Latency: Error / Timeout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HTTP 4xx/5xx error, DNS lookup failure, or network timeout.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10378440" cy="21945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39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E62"/>
                </a:solidFill>
                <a:latin typeface="Plus Jakarta Sans"/>
              </a:defRPr>
            </a:pPr>
            <a:r>
              <a:t>Dashboard Design Highlights (Inspired by Modern Analytics UI)</a:t>
            </a:r>
          </a:p>
          <a:p>
            <a:pPr>
              <a:spcBef>
                <a:spcPts val="4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✔  Sunset Gradient Hero Card: Displays total API requests with embedded multi-line smooth wave charts.</a:t>
            </a:r>
          </a:p>
          <a:p>
            <a:pPr>
              <a:spcBef>
                <a:spcPts val="4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✔  Health Breakdown Donut: Visual breakdown showing healthy, slow, and failed percentages with centered 3D icon.</a:t>
            </a:r>
          </a:p>
          <a:p>
            <a:pPr>
              <a:spcBef>
                <a:spcPts val="4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✔  Weekly Performance Bars: Day-by-day latency distribution (M T W T F S S) with highlighted peak day.</a:t>
            </a:r>
          </a:p>
          <a:p>
            <a:pPr>
              <a:spcBef>
                <a:spcPts val="4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✔  Interactive Activity Rows: Displays live latency badges, trend indicators (+8%, -4%), and quick-action ping buttons.</a:t>
            </a:r>
          </a:p>
          <a:p>
            <a:pPr>
              <a:spcBef>
                <a:spcPts val="4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✔  Centered &amp; Balanced Layout: Perfectly centered content with zero blank side space across all desktop resolutions.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Database Schema &amp;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96596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2316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•  apis Table</a:t>
            </a:r>
          </a:p>
          <a:p>
            <a:pPr>
              <a:spcBef>
                <a:spcPts val="200"/>
              </a:spcBef>
              <a:defRPr sz="1050">
                <a:solidFill>
                  <a:srgbClr val="7D849B"/>
                </a:solidFill>
                <a:latin typeface="Inter"/>
              </a:defRPr>
            </a:pPr>
            <a:r>
              <a:t>    id (PK), name, url, method (GET/POST/PUT/DELETE), created_at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•  api_history Table</a:t>
            </a:r>
          </a:p>
          <a:p>
            <a:pPr>
              <a:spcBef>
                <a:spcPts val="200"/>
              </a:spcBef>
              <a:defRPr sz="1050">
                <a:solidFill>
                  <a:srgbClr val="7D849B"/>
                </a:solidFill>
                <a:latin typeface="Inter"/>
              </a:defRPr>
            </a:pPr>
            <a:r>
              <a:t>    id (PK), api_id (FK), status_code, response_time, status, checked_at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•  Relationship</a:t>
            </a:r>
          </a:p>
          <a:p>
            <a:pPr>
              <a:spcBef>
                <a:spcPts val="200"/>
              </a:spcBef>
              <a:defRPr sz="1050">
                <a:solidFill>
                  <a:srgbClr val="7D849B"/>
                </a:solidFill>
                <a:latin typeface="Inter"/>
              </a:defRPr>
            </a:pPr>
            <a:r>
              <a:t>    One-to-Many: One API has many historical check logs (CASCADE delete on delete API)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•  Storage Purpose</a:t>
            </a:r>
          </a:p>
          <a:p>
            <a:pPr>
              <a:spcBef>
                <a:spcPts val="200"/>
              </a:spcBef>
              <a:defRPr sz="1050">
                <a:solidFill>
                  <a:srgbClr val="7D849B"/>
                </a:solidFill>
                <a:latin typeface="Inter"/>
              </a:defRPr>
            </a:pPr>
            <a:r>
              <a:t>    Enables retrospective analysis of latency spikes, uptime calculations, and comparison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FUNCTIONAL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✔  1. Analytics Dashboard</a:t>
            </a:r>
          </a:p>
          <a:p>
            <a:pPr>
              <a:spcBef>
                <a:spcPts val="2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    Hero wave cards, health breakdown donut, and live interactive activity feeds.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✔  2. API Management</a:t>
            </a:r>
          </a:p>
          <a:p>
            <a:pPr>
              <a:spcBef>
                <a:spcPts val="2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    Add, view, and delete endpoints with validation and duplicate prevention.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✔  3. Live Monitor</a:t>
            </a:r>
          </a:p>
          <a:p>
            <a:pPr>
              <a:spcBef>
                <a:spcPts val="2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    One-click 'Ping Now' checks and bulk asynchronous 'Check All' execution.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✔  4. Monitoring History</a:t>
            </a:r>
          </a:p>
          <a:p>
            <a:pPr>
              <a:spcBef>
                <a:spcPts val="2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    Filterable audit log by API name and health status with precise timestamps.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✔  5. Performance Analytics</a:t>
            </a:r>
          </a:p>
          <a:p>
            <a:pPr>
              <a:spcBef>
                <a:spcPts val="2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    Comparative graphs, fastest vs slowest response, and success/failure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Plus Jakarta Sans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937760" cy="32004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9659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231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✔  Successfully developed an end-to-end API Monitoring and Analysis Dashboard.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✔  Integrated modern FinTech visual design with smooth neon wave charts.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✔  Eliminated manual overhead via instant single-click diagnostics &amp; bulk checks.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✔  Demonstrates practical mastery of HTML, CSS, JavaScript, PHP, and MySQL.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4937760" cy="32004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FUTURE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➔  Automated Cron Daemon: Background pings every 60s with zero manual trigger.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➔  Multi-Channel Alert Dispatch: Webhook integration with Discord, Slack &amp; Email.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➔  Auth Token Support: Bearer tokens and API keys for private endpoints.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➔  Multi-Region Edge Probing: Global latency tracking from US, EU, and APAC.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66360"/>
            <a:ext cx="10378440" cy="1234440"/>
          </a:xfrm>
          <a:prstGeom prst="roundRect">
            <a:avLst>
              <a:gd name="adj" fmla="val 4000"/>
            </a:avLst>
          </a:prstGeom>
          <a:solidFill>
            <a:srgbClr val="1A1F33"/>
          </a:solidFill>
          <a:ln w="19050">
            <a:solidFill>
              <a:srgbClr val="FF5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9784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lus Jakarta Sans"/>
              </a:defRPr>
            </a:pPr>
            <a:r>
              <a:t>Thank You!   —   Questions &amp; Discussion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5E62"/>
                </a:solidFill>
                <a:latin typeface="Inter"/>
              </a:defRPr>
            </a:pPr>
            <a:r>
              <a:t>API Monitoring Dashboard  |  GitHub: https://github.com/kavyanand-27/API-MONITOR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2179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