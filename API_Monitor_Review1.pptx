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46E5"/>
                </a:solidFill>
                <a:latin typeface="Calibri"/>
              </a:defRPr>
            </a:pPr>
            <a:r>
              <a:t>REVIEW 1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API Monitoring &amp;</a:t>
            </a:r>
            <a:br/>
            <a:r>
              <a:t>Performance Analysis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 web-based system to monitor API health, measure response times,</a:t>
            </a:r>
            <a:br/>
            <a:r>
              <a:t>and analyze performance metrics in real-time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14800"/>
            <a:ext cx="210312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Submitted by: [Your Name]  |  Roll No: [XXXXXX]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Department of Computer Science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[College Name]  |  Guide: [Faculty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548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121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121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98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8986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Scope of the 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8892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98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8986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6616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75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758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6616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75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6758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Module Description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34340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531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4531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34340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4531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4531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Development Phases &amp; Timeline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12064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230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2303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12064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230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2303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548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 Modern applications depend on multiple external APIs</a:t>
            </a:r>
          </a:p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 Manual monitoring is time-consuming and error-prone</a:t>
            </a:r>
          </a:p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 Downtime or slow APIs directly impact user experience</a:t>
            </a:r>
          </a:p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 A centralized monitoring tool saves time and improves reliability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 No simple tool to monitor multiple APIs from one place</a:t>
            </a:r>
          </a:p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 Developers lack visibility into API response time trends</a:t>
            </a:r>
          </a:p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 Failed or slow APIs go unnoticed until users complain</a:t>
            </a:r>
          </a:p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 No historical data to analyze patterns or recurring issues</a:t>
            </a:r>
          </a:p>
          <a:p>
            <a:pPr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 Need: A lightweight, easy-to-use dashboard for API health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548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031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214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Register &amp; Manage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Allow users to add, view, and delete APIs with name, URL, and HTTP 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21031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21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214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Real-Time Health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06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Send requests to APIs and classify them as Healthy, Slow, or Failed based on response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21031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21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1214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Response Time Measurement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06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Measure and record how long each API takes to respond in milliseconds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3891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0740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40740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Monitoring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92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Store all check results in a database with timestamps for future reference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206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0" y="43891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40740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40740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Performance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892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Display charts and statistics — avg response time, success/fail ratio, comparisons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206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0" y="43891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40740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40740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User-Friendly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892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Provide a clean, responsive web interface with dark/light mode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548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Scope of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  <a:latin typeface="Calibri"/>
              </a:defRPr>
            </a:pPr>
            <a:r>
              <a:t>✓  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Add, view, and delete API endpoints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Monitor APIs with HTTP status code &amp; response time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Classify APIs: Healthy (&lt; 500ms), Slow (500–2000ms), Failed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Store monitoring history in MySQL database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Dashboard with summary statistics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Performance charts using Chart.js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Responsive design with dark/light mode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Check individual or all APIs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✗  Out of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User authentication / login system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Automated scheduled monitoring (cron jobs)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Email or SMS alert notifications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API load testing or stress testing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Support for authenticated API endpoints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Multi-user or team collaboration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548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HTML5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Structure &amp; Markup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Semantic page layout and content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Styling &amp;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Responsive design, dark/light mode, animations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Client-Side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DOM manipulation, fetch API, Chart.js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PHP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Server-Side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12079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API endpoints, database queries, cURL requests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206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212079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Store APIs and monitoring history with relations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2062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Chart.js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Visualization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212079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Line, bar, doughnut charts for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548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Three-tier web application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94560"/>
            <a:ext cx="292608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Frontend (Browser)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HTML5 — Structure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CSS3 — Styling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JavaScript — Logic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Chart.js — Graphs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fetch() — API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⟶  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HTTP /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19456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Backend (PHP)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8803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DB Connection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Add / Get / Delete APIs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cURL Monitor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Store Results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Return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⟶  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SQL Queries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194560"/>
            <a:ext cx="228600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377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88036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MySQL Server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apis table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api_history table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Foreign key 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548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93392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93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Dashboard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3852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Displays summary stats — total APIs, healthy, slow, failed counts, average response time, uptime percentage, and a response time trend chart.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953512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53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API Management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9864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Allows users to register new APIs (name, URL, method), view all registered APIs in a table, and delete unwanted entries.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3913631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136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8404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Monitoring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85876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Sends HTTP requests to APIs using PHP cURL, measures response time, checks status codes, classifies health, and stores results.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4873752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73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History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81888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Shows a filterable log of all past monitoring checks — API name, status code, response time, health status, and timestamp.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6928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5833872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833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Analytics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77900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Displays performance charts: response time bar chart, success vs failed doughnut chart, and API comparison horizontal bar chart.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548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apis 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8A04"/>
                </a:solidFill>
                <a:latin typeface="Calibri"/>
              </a:defRPr>
            </a:pPr>
            <a:r>
              <a:t>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Primary Key, Auto Increment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8A04"/>
                </a:solidFill>
                <a:latin typeface="Calibri"/>
              </a:defRPr>
            </a:pPr>
            <a:r>
              <a:t>VARCHAR(100)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API display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8A04"/>
                </a:solidFill>
                <a:latin typeface="Calibri"/>
              </a:defRPr>
            </a:pPr>
            <a:r>
              <a:t>VARCHAR(500)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Full API endpoint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97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297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8A04"/>
                </a:solidFill>
                <a:latin typeface="Calibri"/>
              </a:defRPr>
            </a:pPr>
            <a:r>
              <a:t>VARCHAR(10)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297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GET, POST, PUT, DELETE, 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created_at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8A04"/>
                </a:solidFill>
                <a:latin typeface="Calibri"/>
              </a:defRPr>
            </a:pPr>
            <a:r>
              <a:t>TIMESTAMP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Record creation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92024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api_history 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8A04"/>
                </a:solidFill>
                <a:latin typeface="Calibri"/>
              </a:defRPr>
            </a:pPr>
            <a:r>
              <a:t>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Primary Key, Auto Increment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api_id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8A04"/>
                </a:solidFill>
                <a:latin typeface="Calibri"/>
              </a:defRPr>
            </a:pPr>
            <a:r>
              <a:t>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Foreign Key → apis.id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status_code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8A04"/>
                </a:solidFill>
                <a:latin typeface="Calibri"/>
              </a:defRPr>
            </a:pPr>
            <a:r>
              <a:t>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HTTP response code (200, 404…)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response_time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8A04"/>
                </a:solidFill>
                <a:latin typeface="Calibri"/>
              </a:defRPr>
            </a:pPr>
            <a:r>
              <a:t>FLOAT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Response time in milliseconds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8A04"/>
                </a:solidFill>
                <a:latin typeface="Calibri"/>
              </a:defRPr>
            </a:pPr>
            <a:r>
              <a:t>VARCHAR(20)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Healthy / Slow / Failed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checked_at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8A04"/>
                </a:solidFill>
                <a:latin typeface="Calibri"/>
              </a:defRPr>
            </a:pPr>
            <a:r>
              <a:t>TIMESTAMP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When the check was performed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Relationship:   api_history.api_id  →  apis.id   (One-to-Many:  One API has many history records)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548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Development Phases &amp;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82296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HTML pages, CSS styling, responsive layout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2024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2057400"/>
            <a:ext cx="82296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057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Database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MySQL tables, relationships, sample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2057400"/>
            <a:ext cx="82296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57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PHP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DB connection, CRUD operations, API endpoints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92024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2057400"/>
            <a:ext cx="82296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057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API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cURL requests, status check, health classification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343400"/>
            <a:ext cx="82296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43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00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JS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120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fetch() calls, dynamic updates, toast messages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20624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20440" y="4343400"/>
            <a:ext cx="82296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4343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800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History &amp; Charts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2120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Monitoring history, Chart.js analytics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0624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55080" y="4343400"/>
            <a:ext cx="82296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343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00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Valid/invalid APIs, edge cases, error handling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420624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89720" y="4343400"/>
            <a:ext cx="82296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4343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800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2120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Screenshots, ER diagram, project 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548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Health Classification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How the system determines API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2377440"/>
            <a:ext cx="914400" cy="9144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2651759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Healthy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Response Time: &lt; 500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API responded quickly with a success status code (2xx)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0" y="2377440"/>
            <a:ext cx="914400" cy="914400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651759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A8A04"/>
                </a:solidFill>
                <a:latin typeface="Calibri"/>
              </a:defRPr>
            </a:pPr>
            <a:r>
              <a:t>Slow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Response Time: 500 – 2000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89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API responded but took longer than acceptable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0" y="2377440"/>
            <a:ext cx="914400" cy="9144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651759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Response Time: Error / No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389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API returned an error code, timed out, or is unreachable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548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69848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029968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2996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 fully functional web dashboard to register and monitor multiple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78608"/>
            <a:ext cx="1069848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688336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70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8833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Real-time health checks with response time measurement and status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36976"/>
            <a:ext cx="1069848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346704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284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4670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Persistent monitoring history stored in MySQL for trend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95344"/>
            <a:ext cx="1069848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005072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8678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050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Interactive charts displaying performance analytics and comparisons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53712"/>
            <a:ext cx="1069848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46634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451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663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Clean, responsive UI with dark/light mode that works on all screen sizes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79"/>
            <a:ext cx="1069848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" y="5321807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3035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32180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Demonstrates practical use of HTML, CSS, JS, PHP, MySQL, and API communication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870448"/>
            <a:ext cx="10698480" cy="53035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5980176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9618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98017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Suitable for academic demonstration of full-stack web development concepts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F46E5"/>
                </a:solidFill>
                <a:latin typeface="Calibri"/>
              </a:defRPr>
            </a:pPr>
            <a:r>
              <a:t>API Monitoring &amp; Performance Analysis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Questions &amp;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[Your Name]  |  [Roll Number]  |  [Department]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[College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